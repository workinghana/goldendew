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715000" type="screen16x10"/>
  <p:notesSz cx="6858000" cy="9144000"/>
  <p:defaultTextStyle>
    <a:defPPr>
      <a:defRPr lang="ko-KR"/>
    </a:defPPr>
    <a:lvl1pPr marL="0" algn="l" defTabSz="713232" rtl="0" eaLnBrk="1" latinLnBrk="1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1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1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1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1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1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1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1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1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42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B5BF3-3626-6863-2F9C-BA841BF7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F80DAB-8F7D-40DC-081E-2B11306A4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BAE634-E3EB-0316-DC5E-4AC7AF382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1C32-3C23-45D2-9311-E00454CB38DB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6EB75-74F9-B0D7-7E14-BB779DA55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5B0FD3-8192-0609-CC79-9B354E7CC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9707C-8195-4289-AE23-9A6F0AF89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758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62838D-93FD-1EF3-692A-32373A291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0CDAB0-0AE7-C363-83F5-3AA615909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71FB13-E08A-3CAA-B0EA-C2E99D5F8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1C32-3C23-45D2-9311-E00454CB38DB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625D18-B6EF-BE9C-F118-1411F9F64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C25440-D41B-150E-2D3B-CEADB639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9707C-8195-4289-AE23-9A6F0AF89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75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42B471-9517-76A4-09A0-3808B4686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B87FC9-7C70-0DEB-1FD1-ADDB4C017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2C0B95-B95C-17EF-1F4C-2AD6CFBAA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1C32-3C23-45D2-9311-E00454CB38DB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ADC639-131C-967E-1DC1-0C9160F53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A93F50-5ADA-B40B-2235-09FE1A3D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9707C-8195-4289-AE23-9A6F0AF89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063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28FEB-3691-BD46-DFF6-70AF09DF6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39B9A0-8E54-BC39-07E7-6AC3690B9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264CFB-7EC9-703A-BC8F-DDC0DD6A7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ECCBF8-2D34-0310-A510-3C96CD13C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1C32-3C23-45D2-9311-E00454CB38DB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6153BA-085D-C4A1-FFAE-412D3770D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9E7E38-0CA3-6EE6-0F37-C487E68A9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9707C-8195-4289-AE23-9A6F0AF89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203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D1CDE8-0758-83B2-05AE-FD5E229F4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EA1C44-6B7E-D470-2FD7-E1B616A01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1039D8-3689-AEFD-1347-0B4049455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0B46C1-1B57-197A-E7FE-B4C27C31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C0BC5DB-1F9D-15E6-BB8A-C6E4FC208C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34F66B2-228C-ACC1-8034-411C64A0B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1C32-3C23-45D2-9311-E00454CB38DB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14A834-AEBD-881A-CA36-126C1FE33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55AFD03-6C14-C1FF-512E-92D83EBA6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9707C-8195-4289-AE23-9A6F0AF89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509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EEA58E-5712-65D1-0813-3ADAB25D1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A339F6-8FC0-B6C8-E7BA-BA90DA6CB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1C32-3C23-45D2-9311-E00454CB38DB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9EFA38-D6C9-867E-0546-2D54B9D72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329D6B-F363-C4B6-C7C0-BBB83B22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9707C-8195-4289-AE23-9A6F0AF89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05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A212A37-A9E0-49A9-AB2D-D81932AD6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1C32-3C23-45D2-9311-E00454CB38DB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B8E570-5C35-B7B1-7390-90FE1F16B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5B58AD-566F-93CD-D3DD-BB62CEFA9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9707C-8195-4289-AE23-9A6F0AF89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373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9CF37-BB3A-9112-CA69-E549C738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E91D50-7706-6461-76F8-72E3EB886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B3ADDD-A9B8-5D4C-A629-A828E0791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C2B20A-28F5-F344-6CCD-EF19081C0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1C32-3C23-45D2-9311-E00454CB38DB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71E486-0F61-A016-5A55-E756BEBF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BEB07D-6F8F-392C-AB84-E7C9C772E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9707C-8195-4289-AE23-9A6F0AF89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249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1E771B-29FD-96F3-0D89-B8C8EF76D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BBF256A-8544-13A9-9472-EEF0E3000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A46A7F-0B43-3593-3F11-560FA23B5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EAAC94-4F4B-A1F9-8F73-D80157F5A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1C32-3C23-45D2-9311-E00454CB38DB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2B451C-F210-D2D1-0695-C0A1AB891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A611F5-1DF2-F7DB-2188-88B673E5E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9707C-8195-4289-AE23-9A6F0AF89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659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2036BA-02E5-CF98-088A-E6291E8C0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93165C-61A7-7299-384A-4FECDB16A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0B33FA-6C9A-3A66-9A5A-A94D3D6FE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1C32-3C23-45D2-9311-E00454CB38DB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ED293E-6D26-8AD1-2BFE-CECB2559A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D23CF7-27FD-F1A6-5D32-6D1A4DF7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9707C-8195-4289-AE23-9A6F0AF89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76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83DCB0-593D-F2CB-66BD-FABE5BE878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B48A5F-8752-B8BE-84B5-3DA0DE3D3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9B051E-5449-B2D3-3794-688FB5A89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1C32-3C23-45D2-9311-E00454CB38DB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D942F5-1285-C4C4-4074-23936C3A2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6D0D5E-367F-600C-D46D-02414022D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9707C-8195-4289-AE23-9A6F0AF89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52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96C2D1-A9CB-A0C1-6041-09B93B38D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D631A7-1B42-30E2-B350-7079DD25F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ECAAC8-376C-BB4B-8597-68614C4912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481C32-3C23-45D2-9311-E00454CB38DB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1E4A99-82A7-FFF6-87F6-CEF497897E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B08822-6693-737F-FB34-A5B0C1089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9707C-8195-4289-AE23-9A6F0AF89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93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45B4B97-3714-3979-0CDD-C9FEFF730B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EB0759F-4376-72F8-459C-DF33807BDCEC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A772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F413D-84E8-81C9-27C7-1309DE4EA65C}"/>
              </a:ext>
            </a:extLst>
          </p:cNvPr>
          <p:cNvSpPr txBox="1"/>
          <p:nvPr/>
        </p:nvSpPr>
        <p:spPr>
          <a:xfrm>
            <a:off x="304800" y="127000"/>
            <a:ext cx="914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회원 </a:t>
            </a:r>
            <a:r>
              <a:rPr lang="en-US" altLang="ko-KR" sz="2400" b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360 </a:t>
            </a:r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목록 화면 안내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71E1AE-CEE0-9FD5-BCF2-66789C373FB1}"/>
              </a:ext>
            </a:extLst>
          </p:cNvPr>
          <p:cNvSpPr/>
          <p:nvPr/>
        </p:nvSpPr>
        <p:spPr>
          <a:xfrm>
            <a:off x="317500" y="889000"/>
            <a:ext cx="7810500" cy="533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F1FBE2-B787-41D5-F655-C0BF2D2F9A62}"/>
              </a:ext>
            </a:extLst>
          </p:cNvPr>
          <p:cNvSpPr txBox="1"/>
          <p:nvPr/>
        </p:nvSpPr>
        <p:spPr>
          <a:xfrm>
            <a:off x="571500" y="1054100"/>
            <a:ext cx="190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000" b="1">
                <a:solidFill>
                  <a:srgbClr val="646464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GOLDEN DEW</a:t>
            </a:r>
            <a:endParaRPr lang="ko-KR" altLang="en-US" sz="2000" b="1">
              <a:solidFill>
                <a:srgbClr val="646464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5EE0FD-76FE-AD42-E727-32C825E17E32}"/>
              </a:ext>
            </a:extLst>
          </p:cNvPr>
          <p:cNvSpPr txBox="1"/>
          <p:nvPr/>
        </p:nvSpPr>
        <p:spPr>
          <a:xfrm>
            <a:off x="533400" y="1473200"/>
            <a:ext cx="88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 b="1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통합뷰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F44F3A-5A85-D4B7-1379-4E46178CFF36}"/>
              </a:ext>
            </a:extLst>
          </p:cNvPr>
          <p:cNvSpPr txBox="1"/>
          <p:nvPr/>
        </p:nvSpPr>
        <p:spPr>
          <a:xfrm>
            <a:off x="1676400" y="1473200"/>
            <a:ext cx="825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>
                <a:solidFill>
                  <a:srgbClr val="646464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회원 </a:t>
            </a:r>
            <a:r>
              <a:rPr lang="en-US" altLang="ko-KR" sz="1200">
                <a:solidFill>
                  <a:srgbClr val="646464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360</a:t>
            </a:r>
            <a:endParaRPr lang="ko-KR" altLang="en-US" sz="1200">
              <a:solidFill>
                <a:srgbClr val="646464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3ADE45-3FC2-781F-B6A8-CADF05EB563A}"/>
              </a:ext>
            </a:extLst>
          </p:cNvPr>
          <p:cNvSpPr txBox="1"/>
          <p:nvPr/>
        </p:nvSpPr>
        <p:spPr>
          <a:xfrm>
            <a:off x="2667000" y="1473200"/>
            <a:ext cx="88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판매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644304-CC6B-E488-FCDE-BBE2CAFB13D3}"/>
              </a:ext>
            </a:extLst>
          </p:cNvPr>
          <p:cNvSpPr/>
          <p:nvPr/>
        </p:nvSpPr>
        <p:spPr>
          <a:xfrm>
            <a:off x="4064000" y="1041400"/>
            <a:ext cx="20320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EFD12E-3E37-DFDA-588C-2B02BBAAC8B0}"/>
              </a:ext>
            </a:extLst>
          </p:cNvPr>
          <p:cNvSpPr txBox="1"/>
          <p:nvPr/>
        </p:nvSpPr>
        <p:spPr>
          <a:xfrm>
            <a:off x="4191000" y="1054100"/>
            <a:ext cx="152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검색</a:t>
            </a:r>
            <a:r>
              <a:rPr lang="en-US" altLang="ko-KR" sz="10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...</a:t>
            </a:r>
            <a:endParaRPr lang="ko-KR" altLang="en-US" sz="1000">
              <a:solidFill>
                <a:srgbClr val="80808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639A03-BC86-FCD6-31E6-7B8E3A25452B}"/>
              </a:ext>
            </a:extLst>
          </p:cNvPr>
          <p:cNvSpPr txBox="1"/>
          <p:nvPr/>
        </p:nvSpPr>
        <p:spPr>
          <a:xfrm>
            <a:off x="533400" y="1841500"/>
            <a:ext cx="1397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회원 </a:t>
            </a:r>
            <a:r>
              <a:rPr lang="en-US" altLang="ko-KR" sz="2400" b="1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360</a:t>
            </a:r>
            <a:endParaRPr lang="ko-KR" altLang="en-US" sz="2400" b="1">
              <a:solidFill>
                <a:srgbClr val="32323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16A7A8-4C94-2337-D9FB-17BFED7984AD}"/>
              </a:ext>
            </a:extLst>
          </p:cNvPr>
          <p:cNvSpPr txBox="1"/>
          <p:nvPr/>
        </p:nvSpPr>
        <p:spPr>
          <a:xfrm>
            <a:off x="533400" y="2298700"/>
            <a:ext cx="3048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항목 </a:t>
            </a:r>
            <a:r>
              <a:rPr lang="en-US" altLang="ko-KR" sz="10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157</a:t>
            </a:r>
            <a:r>
              <a:rPr lang="ko-KR" altLang="en-US" sz="10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 </a:t>
            </a:r>
            <a:r>
              <a:rPr lang="en-US" altLang="ko-KR" sz="10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정렬 기준</a:t>
            </a:r>
            <a:r>
              <a:rPr lang="en-US" altLang="ko-KR" sz="10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회원 번호 </a:t>
            </a:r>
            <a:r>
              <a:rPr lang="en-US" altLang="ko-KR" sz="10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필터 기준</a:t>
            </a:r>
            <a:r>
              <a:rPr lang="en-US" altLang="ko-KR" sz="10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회원 번호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FB8A7B6-6221-A85D-9DA8-4FD276BBB2EB}"/>
              </a:ext>
            </a:extLst>
          </p:cNvPr>
          <p:cNvSpPr/>
          <p:nvPr/>
        </p:nvSpPr>
        <p:spPr>
          <a:xfrm>
            <a:off x="5461000" y="2159000"/>
            <a:ext cx="2159000" cy="355600"/>
          </a:xfrm>
          <a:prstGeom prst="rect">
            <a:avLst/>
          </a:prstGeom>
          <a:solidFill>
            <a:srgbClr val="FFFFFF"/>
          </a:solidFill>
          <a:ln>
            <a:solidFill>
              <a:srgbClr val="9B9B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D1836-BC31-EF16-BC1D-39B611C2D8EF}"/>
              </a:ext>
            </a:extLst>
          </p:cNvPr>
          <p:cNvSpPr txBox="1"/>
          <p:nvPr/>
        </p:nvSpPr>
        <p:spPr>
          <a:xfrm>
            <a:off x="5588000" y="22225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이 목록 검색</a:t>
            </a:r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...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A360245-9BFD-EBC2-1C9D-E7B340518271}"/>
              </a:ext>
            </a:extLst>
          </p:cNvPr>
          <p:cNvSpPr/>
          <p:nvPr/>
        </p:nvSpPr>
        <p:spPr>
          <a:xfrm>
            <a:off x="7670800" y="2171700"/>
            <a:ext cx="228600" cy="228600"/>
          </a:xfrm>
          <a:prstGeom prst="ellipse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70C1DCB-7BBC-8815-E65B-E2BD392B876C}"/>
              </a:ext>
            </a:extLst>
          </p:cNvPr>
          <p:cNvSpPr/>
          <p:nvPr/>
        </p:nvSpPr>
        <p:spPr>
          <a:xfrm>
            <a:off x="7975600" y="2171700"/>
            <a:ext cx="228600" cy="228600"/>
          </a:xfrm>
          <a:prstGeom prst="ellipse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7B2D889-589A-C627-AD67-8260EBD10E08}"/>
              </a:ext>
            </a:extLst>
          </p:cNvPr>
          <p:cNvSpPr/>
          <p:nvPr/>
        </p:nvSpPr>
        <p:spPr>
          <a:xfrm>
            <a:off x="8280400" y="2171700"/>
            <a:ext cx="228600" cy="228600"/>
          </a:xfrm>
          <a:prstGeom prst="ellipse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457BF52-C7CD-0F0C-E6C1-4DF5980FDFDF}"/>
              </a:ext>
            </a:extLst>
          </p:cNvPr>
          <p:cNvSpPr/>
          <p:nvPr/>
        </p:nvSpPr>
        <p:spPr>
          <a:xfrm>
            <a:off x="8585200" y="2171700"/>
            <a:ext cx="228600" cy="228600"/>
          </a:xfrm>
          <a:prstGeom prst="ellipse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6FB29E00-4F1D-26FB-0B80-13FEAF730A84}"/>
              </a:ext>
            </a:extLst>
          </p:cNvPr>
          <p:cNvSpPr/>
          <p:nvPr/>
        </p:nvSpPr>
        <p:spPr>
          <a:xfrm>
            <a:off x="8890000" y="2171700"/>
            <a:ext cx="228600" cy="228600"/>
          </a:xfrm>
          <a:prstGeom prst="ellipse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C272270-CBAA-E476-7022-D7F14C2C3EF7}"/>
              </a:ext>
            </a:extLst>
          </p:cNvPr>
          <p:cNvSpPr/>
          <p:nvPr/>
        </p:nvSpPr>
        <p:spPr>
          <a:xfrm>
            <a:off x="9194800" y="2171700"/>
            <a:ext cx="228600" cy="228600"/>
          </a:xfrm>
          <a:prstGeom prst="ellipse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BD6430-7E73-2BD2-9D76-515B548162EC}"/>
              </a:ext>
            </a:extLst>
          </p:cNvPr>
          <p:cNvSpPr/>
          <p:nvPr/>
        </p:nvSpPr>
        <p:spPr>
          <a:xfrm>
            <a:off x="444500" y="2603500"/>
            <a:ext cx="698500" cy="304800"/>
          </a:xfrm>
          <a:prstGeom prst="rect">
            <a:avLst/>
          </a:prstGeom>
          <a:solidFill>
            <a:srgbClr val="F5F5F5"/>
          </a:solidFill>
          <a:ln>
            <a:solidFill>
              <a:srgbClr val="D3D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853380-0902-0455-E050-E86D887301C9}"/>
              </a:ext>
            </a:extLst>
          </p:cNvPr>
          <p:cNvSpPr txBox="1"/>
          <p:nvPr/>
        </p:nvSpPr>
        <p:spPr>
          <a:xfrm>
            <a:off x="495300" y="2654300"/>
            <a:ext cx="5969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 b="1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번호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0B2F766-AD9A-3879-55AD-04159C6860E6}"/>
              </a:ext>
            </a:extLst>
          </p:cNvPr>
          <p:cNvSpPr/>
          <p:nvPr/>
        </p:nvSpPr>
        <p:spPr>
          <a:xfrm>
            <a:off x="1143000" y="2603500"/>
            <a:ext cx="1778000" cy="304800"/>
          </a:xfrm>
          <a:prstGeom prst="rect">
            <a:avLst/>
          </a:prstGeom>
          <a:solidFill>
            <a:srgbClr val="F5F5F5"/>
          </a:solidFill>
          <a:ln>
            <a:solidFill>
              <a:srgbClr val="D3D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3877A5-9DD1-47B0-BB41-378C04C35D1F}"/>
              </a:ext>
            </a:extLst>
          </p:cNvPr>
          <p:cNvSpPr txBox="1"/>
          <p:nvPr/>
        </p:nvSpPr>
        <p:spPr>
          <a:xfrm>
            <a:off x="1193800" y="2654300"/>
            <a:ext cx="1676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 b="1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회원 번호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AA91E58-6B7D-5627-01D6-8625714FE144}"/>
              </a:ext>
            </a:extLst>
          </p:cNvPr>
          <p:cNvSpPr/>
          <p:nvPr/>
        </p:nvSpPr>
        <p:spPr>
          <a:xfrm>
            <a:off x="2921000" y="2603500"/>
            <a:ext cx="762000" cy="304800"/>
          </a:xfrm>
          <a:prstGeom prst="rect">
            <a:avLst/>
          </a:prstGeom>
          <a:solidFill>
            <a:srgbClr val="F5F5F5"/>
          </a:solidFill>
          <a:ln>
            <a:solidFill>
              <a:srgbClr val="D3D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B5BE3F-D90F-876F-0551-F6CF524649C8}"/>
              </a:ext>
            </a:extLst>
          </p:cNvPr>
          <p:cNvSpPr txBox="1"/>
          <p:nvPr/>
        </p:nvSpPr>
        <p:spPr>
          <a:xfrm>
            <a:off x="2971800" y="2654300"/>
            <a:ext cx="66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 b="1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이름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C26C15A-3DF5-74BF-6393-8C3EC411AE73}"/>
              </a:ext>
            </a:extLst>
          </p:cNvPr>
          <p:cNvSpPr/>
          <p:nvPr/>
        </p:nvSpPr>
        <p:spPr>
          <a:xfrm>
            <a:off x="3683000" y="2603500"/>
            <a:ext cx="762000" cy="304800"/>
          </a:xfrm>
          <a:prstGeom prst="rect">
            <a:avLst/>
          </a:prstGeom>
          <a:solidFill>
            <a:srgbClr val="F5F5F5"/>
          </a:solidFill>
          <a:ln>
            <a:solidFill>
              <a:srgbClr val="D3D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5D6C57-FBB3-C3CC-AB54-F97E5916C809}"/>
              </a:ext>
            </a:extLst>
          </p:cNvPr>
          <p:cNvSpPr txBox="1"/>
          <p:nvPr/>
        </p:nvSpPr>
        <p:spPr>
          <a:xfrm>
            <a:off x="3733800" y="2654300"/>
            <a:ext cx="660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 b="1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회원 등급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FAAB2DC-4A25-BD22-9DA8-40886A8661AE}"/>
              </a:ext>
            </a:extLst>
          </p:cNvPr>
          <p:cNvSpPr/>
          <p:nvPr/>
        </p:nvSpPr>
        <p:spPr>
          <a:xfrm>
            <a:off x="4445000" y="2603500"/>
            <a:ext cx="1905000" cy="304800"/>
          </a:xfrm>
          <a:prstGeom prst="rect">
            <a:avLst/>
          </a:prstGeom>
          <a:solidFill>
            <a:srgbClr val="F5F5F5"/>
          </a:solidFill>
          <a:ln>
            <a:solidFill>
              <a:srgbClr val="D3D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0F4625-50B1-475D-26D6-B86ED1FB2970}"/>
              </a:ext>
            </a:extLst>
          </p:cNvPr>
          <p:cNvSpPr txBox="1"/>
          <p:nvPr/>
        </p:nvSpPr>
        <p:spPr>
          <a:xfrm>
            <a:off x="4495800" y="2654300"/>
            <a:ext cx="1803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 b="1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이메일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68D32CA-66B6-F705-1C94-8A3BE08A4B34}"/>
              </a:ext>
            </a:extLst>
          </p:cNvPr>
          <p:cNvSpPr/>
          <p:nvPr/>
        </p:nvSpPr>
        <p:spPr>
          <a:xfrm>
            <a:off x="6350000" y="2603500"/>
            <a:ext cx="762000" cy="304800"/>
          </a:xfrm>
          <a:prstGeom prst="rect">
            <a:avLst/>
          </a:prstGeom>
          <a:solidFill>
            <a:srgbClr val="F5F5F5"/>
          </a:solidFill>
          <a:ln>
            <a:solidFill>
              <a:srgbClr val="D3D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10B28D-420B-6AB4-E2A3-40CB9C9C9253}"/>
              </a:ext>
            </a:extLst>
          </p:cNvPr>
          <p:cNvSpPr txBox="1"/>
          <p:nvPr/>
        </p:nvSpPr>
        <p:spPr>
          <a:xfrm>
            <a:off x="6400800" y="2654300"/>
            <a:ext cx="660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 b="1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생년월일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C7A3AAD-42AA-092C-1E23-3578417E45DE}"/>
              </a:ext>
            </a:extLst>
          </p:cNvPr>
          <p:cNvSpPr/>
          <p:nvPr/>
        </p:nvSpPr>
        <p:spPr>
          <a:xfrm>
            <a:off x="7112000" y="2603500"/>
            <a:ext cx="889000" cy="304800"/>
          </a:xfrm>
          <a:prstGeom prst="rect">
            <a:avLst/>
          </a:prstGeom>
          <a:solidFill>
            <a:srgbClr val="F5F5F5"/>
          </a:solidFill>
          <a:ln>
            <a:solidFill>
              <a:srgbClr val="D3D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6318FF-2C9E-D430-A815-89290FF48AEF}"/>
              </a:ext>
            </a:extLst>
          </p:cNvPr>
          <p:cNvSpPr txBox="1"/>
          <p:nvPr/>
        </p:nvSpPr>
        <p:spPr>
          <a:xfrm>
            <a:off x="7162800" y="2654300"/>
            <a:ext cx="787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 b="1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1C68309-66CB-FA2F-0B8A-D739388285C9}"/>
              </a:ext>
            </a:extLst>
          </p:cNvPr>
          <p:cNvSpPr/>
          <p:nvPr/>
        </p:nvSpPr>
        <p:spPr>
          <a:xfrm>
            <a:off x="444500" y="2908300"/>
            <a:ext cx="6985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EE153C-7D17-1453-A870-9BEEE42E4BB3}"/>
              </a:ext>
            </a:extLst>
          </p:cNvPr>
          <p:cNvSpPr txBox="1"/>
          <p:nvPr/>
        </p:nvSpPr>
        <p:spPr>
          <a:xfrm>
            <a:off x="495300" y="3035300"/>
            <a:ext cx="5969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E784039-FC4E-AB1E-7D6D-1FA691536BAC}"/>
              </a:ext>
            </a:extLst>
          </p:cNvPr>
          <p:cNvSpPr/>
          <p:nvPr/>
        </p:nvSpPr>
        <p:spPr>
          <a:xfrm>
            <a:off x="1143000" y="2908300"/>
            <a:ext cx="177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A3D24C-CBC2-7AF6-A71E-B3B4440D90A7}"/>
              </a:ext>
            </a:extLst>
          </p:cNvPr>
          <p:cNvSpPr txBox="1"/>
          <p:nvPr/>
        </p:nvSpPr>
        <p:spPr>
          <a:xfrm>
            <a:off x="1193800" y="3035300"/>
            <a:ext cx="1676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carson0330001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0B4A706-4A1A-0BE8-8BB5-364B4E91F1EC}"/>
              </a:ext>
            </a:extLst>
          </p:cNvPr>
          <p:cNvSpPr/>
          <p:nvPr/>
        </p:nvSpPr>
        <p:spPr>
          <a:xfrm>
            <a:off x="2921000" y="2908300"/>
            <a:ext cx="76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AC45F9-A3C8-B0C3-6F22-FDD0775519F2}"/>
              </a:ext>
            </a:extLst>
          </p:cNvPr>
          <p:cNvSpPr txBox="1"/>
          <p:nvPr/>
        </p:nvSpPr>
        <p:spPr>
          <a:xfrm>
            <a:off x="2971800" y="3035300"/>
            <a:ext cx="66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김창환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EFFB410-55CD-F978-8300-E683915FF3AF}"/>
              </a:ext>
            </a:extLst>
          </p:cNvPr>
          <p:cNvSpPr/>
          <p:nvPr/>
        </p:nvSpPr>
        <p:spPr>
          <a:xfrm>
            <a:off x="3683000" y="2908300"/>
            <a:ext cx="76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C94552-5898-6236-D162-7EA495F723C9}"/>
              </a:ext>
            </a:extLst>
          </p:cNvPr>
          <p:cNvSpPr txBox="1"/>
          <p:nvPr/>
        </p:nvSpPr>
        <p:spPr>
          <a:xfrm>
            <a:off x="3733800" y="3035300"/>
            <a:ext cx="66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GIP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7E4FFDC-BECC-D3E8-A54E-DA70FAAEE424}"/>
              </a:ext>
            </a:extLst>
          </p:cNvPr>
          <p:cNvSpPr/>
          <p:nvPr/>
        </p:nvSpPr>
        <p:spPr>
          <a:xfrm>
            <a:off x="4445000" y="2908300"/>
            <a:ext cx="1905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4D128A-88BE-ED44-8189-19FB44833F71}"/>
              </a:ext>
            </a:extLst>
          </p:cNvPr>
          <p:cNvSpPr txBox="1"/>
          <p:nvPr/>
        </p:nvSpPr>
        <p:spPr>
          <a:xfrm>
            <a:off x="4495800" y="3035300"/>
            <a:ext cx="1803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carson0330001@milvus.co.kr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532CFAB-45E3-91C2-EBEC-E03FB5AC7AFB}"/>
              </a:ext>
            </a:extLst>
          </p:cNvPr>
          <p:cNvSpPr/>
          <p:nvPr/>
        </p:nvSpPr>
        <p:spPr>
          <a:xfrm>
            <a:off x="6350000" y="2908300"/>
            <a:ext cx="76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ADC129-10C8-C409-4DB8-5C00B5AF7FFF}"/>
              </a:ext>
            </a:extLst>
          </p:cNvPr>
          <p:cNvSpPr txBox="1"/>
          <p:nvPr/>
        </p:nvSpPr>
        <p:spPr>
          <a:xfrm>
            <a:off x="6400800" y="3035300"/>
            <a:ext cx="660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7/31/1997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BE703BA-E044-1225-6B6C-24CD6661DC5F}"/>
              </a:ext>
            </a:extLst>
          </p:cNvPr>
          <p:cNvSpPr/>
          <p:nvPr/>
        </p:nvSpPr>
        <p:spPr>
          <a:xfrm>
            <a:off x="7112000" y="2908300"/>
            <a:ext cx="889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E355FE-3922-8AC3-5384-FFF7270E8142}"/>
              </a:ext>
            </a:extLst>
          </p:cNvPr>
          <p:cNvSpPr txBox="1"/>
          <p:nvPr/>
        </p:nvSpPr>
        <p:spPr>
          <a:xfrm>
            <a:off x="7162800" y="3035300"/>
            <a:ext cx="787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여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8FBA045-C54C-1EDF-2054-FCE60AE86458}"/>
              </a:ext>
            </a:extLst>
          </p:cNvPr>
          <p:cNvSpPr/>
          <p:nvPr/>
        </p:nvSpPr>
        <p:spPr>
          <a:xfrm>
            <a:off x="444500" y="3365500"/>
            <a:ext cx="6985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487499F-AB66-210A-F94D-AE5916209880}"/>
              </a:ext>
            </a:extLst>
          </p:cNvPr>
          <p:cNvSpPr txBox="1"/>
          <p:nvPr/>
        </p:nvSpPr>
        <p:spPr>
          <a:xfrm>
            <a:off x="495300" y="3492500"/>
            <a:ext cx="5969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A117FD0-548C-0E2F-FA2E-99EFED72280A}"/>
              </a:ext>
            </a:extLst>
          </p:cNvPr>
          <p:cNvSpPr/>
          <p:nvPr/>
        </p:nvSpPr>
        <p:spPr>
          <a:xfrm>
            <a:off x="1143000" y="3365500"/>
            <a:ext cx="177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78F5FA-F925-9B89-2433-9F8A7AC4A884}"/>
              </a:ext>
            </a:extLst>
          </p:cNvPr>
          <p:cNvSpPr txBox="1"/>
          <p:nvPr/>
        </p:nvSpPr>
        <p:spPr>
          <a:xfrm>
            <a:off x="1193800" y="3492500"/>
            <a:ext cx="1676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carson0319002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FF2366A-0ACC-DBDC-AE1F-CC74F7ABE6EA}"/>
              </a:ext>
            </a:extLst>
          </p:cNvPr>
          <p:cNvSpPr/>
          <p:nvPr/>
        </p:nvSpPr>
        <p:spPr>
          <a:xfrm>
            <a:off x="2921000" y="3365500"/>
            <a:ext cx="76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EE749E-97C2-8D07-EE7C-9E4579AE9FBD}"/>
              </a:ext>
            </a:extLst>
          </p:cNvPr>
          <p:cNvSpPr txBox="1"/>
          <p:nvPr/>
        </p:nvSpPr>
        <p:spPr>
          <a:xfrm>
            <a:off x="2971800" y="3492500"/>
            <a:ext cx="66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김창환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BAB2958-0347-CDFA-CBA7-FF79E4857F44}"/>
              </a:ext>
            </a:extLst>
          </p:cNvPr>
          <p:cNvSpPr/>
          <p:nvPr/>
        </p:nvSpPr>
        <p:spPr>
          <a:xfrm>
            <a:off x="3683000" y="3365500"/>
            <a:ext cx="76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B58DD8E-4D92-F6C3-1179-B0DC80747D1B}"/>
              </a:ext>
            </a:extLst>
          </p:cNvPr>
          <p:cNvSpPr txBox="1"/>
          <p:nvPr/>
        </p:nvSpPr>
        <p:spPr>
          <a:xfrm>
            <a:off x="3733800" y="3492500"/>
            <a:ext cx="66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GIP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70809C4A-B8D4-1F54-46E6-E57B06A50401}"/>
              </a:ext>
            </a:extLst>
          </p:cNvPr>
          <p:cNvSpPr/>
          <p:nvPr/>
        </p:nvSpPr>
        <p:spPr>
          <a:xfrm>
            <a:off x="4445000" y="3365500"/>
            <a:ext cx="1905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2CF9F1-E349-574B-75EF-ED5303E36A03}"/>
              </a:ext>
            </a:extLst>
          </p:cNvPr>
          <p:cNvSpPr txBox="1"/>
          <p:nvPr/>
        </p:nvSpPr>
        <p:spPr>
          <a:xfrm>
            <a:off x="4495800" y="3492500"/>
            <a:ext cx="1803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carson031901@milvus.co.kr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FDF34A5-8FA3-5435-F8D2-959965C65808}"/>
              </a:ext>
            </a:extLst>
          </p:cNvPr>
          <p:cNvSpPr/>
          <p:nvPr/>
        </p:nvSpPr>
        <p:spPr>
          <a:xfrm>
            <a:off x="6350000" y="3365500"/>
            <a:ext cx="76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E7AD3F2-AF9B-89DA-8638-A022B3882D77}"/>
              </a:ext>
            </a:extLst>
          </p:cNvPr>
          <p:cNvSpPr txBox="1"/>
          <p:nvPr/>
        </p:nvSpPr>
        <p:spPr>
          <a:xfrm>
            <a:off x="6400800" y="3492500"/>
            <a:ext cx="660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7/31/1997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EAEAB3B-E5E6-3610-7C9C-3902CBD648E3}"/>
              </a:ext>
            </a:extLst>
          </p:cNvPr>
          <p:cNvSpPr/>
          <p:nvPr/>
        </p:nvSpPr>
        <p:spPr>
          <a:xfrm>
            <a:off x="7112000" y="3365500"/>
            <a:ext cx="889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491DEB7-EAF1-2424-8ECE-2F97AE3B1BC0}"/>
              </a:ext>
            </a:extLst>
          </p:cNvPr>
          <p:cNvSpPr txBox="1"/>
          <p:nvPr/>
        </p:nvSpPr>
        <p:spPr>
          <a:xfrm>
            <a:off x="7162800" y="3492500"/>
            <a:ext cx="787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여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19C2905-33DB-9B0A-32D0-302A219E59EE}"/>
              </a:ext>
            </a:extLst>
          </p:cNvPr>
          <p:cNvSpPr/>
          <p:nvPr/>
        </p:nvSpPr>
        <p:spPr>
          <a:xfrm>
            <a:off x="444500" y="3822700"/>
            <a:ext cx="6985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17211D8-25EA-D1C7-78FC-EDE44870574E}"/>
              </a:ext>
            </a:extLst>
          </p:cNvPr>
          <p:cNvSpPr txBox="1"/>
          <p:nvPr/>
        </p:nvSpPr>
        <p:spPr>
          <a:xfrm>
            <a:off x="495300" y="3949700"/>
            <a:ext cx="5969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83A60FB-E002-4BAF-8BAF-68BD8BF8428F}"/>
              </a:ext>
            </a:extLst>
          </p:cNvPr>
          <p:cNvSpPr/>
          <p:nvPr/>
        </p:nvSpPr>
        <p:spPr>
          <a:xfrm>
            <a:off x="1143000" y="3822700"/>
            <a:ext cx="177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3898A30-6928-D6C7-117A-A55559D621A3}"/>
              </a:ext>
            </a:extLst>
          </p:cNvPr>
          <p:cNvSpPr txBox="1"/>
          <p:nvPr/>
        </p:nvSpPr>
        <p:spPr>
          <a:xfrm>
            <a:off x="1193800" y="3949700"/>
            <a:ext cx="1676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269999800015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98FD0C9-132B-FEE4-578E-DC14D2752695}"/>
              </a:ext>
            </a:extLst>
          </p:cNvPr>
          <p:cNvSpPr/>
          <p:nvPr/>
        </p:nvSpPr>
        <p:spPr>
          <a:xfrm>
            <a:off x="2921000" y="3822700"/>
            <a:ext cx="76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86920BE-9407-61A8-C1FA-8B8A2ACD5A11}"/>
              </a:ext>
            </a:extLst>
          </p:cNvPr>
          <p:cNvSpPr txBox="1"/>
          <p:nvPr/>
        </p:nvSpPr>
        <p:spPr>
          <a:xfrm>
            <a:off x="2971800" y="3949700"/>
            <a:ext cx="66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김창환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EC43269-83DB-CB3F-8539-FA5FB761215F}"/>
              </a:ext>
            </a:extLst>
          </p:cNvPr>
          <p:cNvSpPr/>
          <p:nvPr/>
        </p:nvSpPr>
        <p:spPr>
          <a:xfrm>
            <a:off x="3683000" y="3822700"/>
            <a:ext cx="76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E2FA1F-9E55-A1A8-0A44-406F731F79D2}"/>
              </a:ext>
            </a:extLst>
          </p:cNvPr>
          <p:cNvSpPr txBox="1"/>
          <p:nvPr/>
        </p:nvSpPr>
        <p:spPr>
          <a:xfrm>
            <a:off x="3733800" y="3949700"/>
            <a:ext cx="66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GIP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C2EED3B-B85A-FB15-C0FC-A098969DCAC9}"/>
              </a:ext>
            </a:extLst>
          </p:cNvPr>
          <p:cNvSpPr/>
          <p:nvPr/>
        </p:nvSpPr>
        <p:spPr>
          <a:xfrm>
            <a:off x="4445000" y="3822700"/>
            <a:ext cx="1905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2626D20-718A-4921-34FC-234C3F54F0F2}"/>
              </a:ext>
            </a:extLst>
          </p:cNvPr>
          <p:cNvSpPr txBox="1"/>
          <p:nvPr/>
        </p:nvSpPr>
        <p:spPr>
          <a:xfrm>
            <a:off x="4495800" y="3949700"/>
            <a:ext cx="1803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-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86530EDD-38C1-4D0D-480B-BDAD66176CBA}"/>
              </a:ext>
            </a:extLst>
          </p:cNvPr>
          <p:cNvSpPr/>
          <p:nvPr/>
        </p:nvSpPr>
        <p:spPr>
          <a:xfrm>
            <a:off x="6350000" y="3822700"/>
            <a:ext cx="76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01F095-0EEF-B825-548E-4B40C2326E77}"/>
              </a:ext>
            </a:extLst>
          </p:cNvPr>
          <p:cNvSpPr txBox="1"/>
          <p:nvPr/>
        </p:nvSpPr>
        <p:spPr>
          <a:xfrm>
            <a:off x="6400800" y="3949700"/>
            <a:ext cx="660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4/26/1998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36FFF2F-E0E6-E7D8-B607-B201BFC10589}"/>
              </a:ext>
            </a:extLst>
          </p:cNvPr>
          <p:cNvSpPr/>
          <p:nvPr/>
        </p:nvSpPr>
        <p:spPr>
          <a:xfrm>
            <a:off x="7112000" y="3822700"/>
            <a:ext cx="889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F145A03-604B-510D-47E2-30005A6E464B}"/>
              </a:ext>
            </a:extLst>
          </p:cNvPr>
          <p:cNvSpPr txBox="1"/>
          <p:nvPr/>
        </p:nvSpPr>
        <p:spPr>
          <a:xfrm>
            <a:off x="7162800" y="3949700"/>
            <a:ext cx="787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남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8006AA3-DB5E-F5DB-45BA-B0D46295AE0D}"/>
              </a:ext>
            </a:extLst>
          </p:cNvPr>
          <p:cNvSpPr/>
          <p:nvPr/>
        </p:nvSpPr>
        <p:spPr>
          <a:xfrm>
            <a:off x="444500" y="4279900"/>
            <a:ext cx="6985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90E6855-C3AB-E29C-74D4-2FB51BB199D5}"/>
              </a:ext>
            </a:extLst>
          </p:cNvPr>
          <p:cNvSpPr txBox="1"/>
          <p:nvPr/>
        </p:nvSpPr>
        <p:spPr>
          <a:xfrm>
            <a:off x="495300" y="4406900"/>
            <a:ext cx="5969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406DC023-DBA2-5085-3CB6-2F21A58B27E7}"/>
              </a:ext>
            </a:extLst>
          </p:cNvPr>
          <p:cNvSpPr/>
          <p:nvPr/>
        </p:nvSpPr>
        <p:spPr>
          <a:xfrm>
            <a:off x="1143000" y="4279900"/>
            <a:ext cx="177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F1D24B0-AE87-262A-8CA5-2FEC1BFE0DEA}"/>
              </a:ext>
            </a:extLst>
          </p:cNvPr>
          <p:cNvSpPr txBox="1"/>
          <p:nvPr/>
        </p:nvSpPr>
        <p:spPr>
          <a:xfrm>
            <a:off x="1193800" y="4406900"/>
            <a:ext cx="1676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262001100027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9C2A157-45F2-DC2C-04D2-030BE3DA83C9}"/>
              </a:ext>
            </a:extLst>
          </p:cNvPr>
          <p:cNvSpPr/>
          <p:nvPr/>
        </p:nvSpPr>
        <p:spPr>
          <a:xfrm>
            <a:off x="2921000" y="4279900"/>
            <a:ext cx="76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9B9D156-2D21-371C-A2C9-A50771849AB7}"/>
              </a:ext>
            </a:extLst>
          </p:cNvPr>
          <p:cNvSpPr txBox="1"/>
          <p:nvPr/>
        </p:nvSpPr>
        <p:spPr>
          <a:xfrm>
            <a:off x="2971800" y="4406900"/>
            <a:ext cx="66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조서현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C27FCCE8-C7D5-AD01-0BBC-295B1706BA36}"/>
              </a:ext>
            </a:extLst>
          </p:cNvPr>
          <p:cNvSpPr/>
          <p:nvPr/>
        </p:nvSpPr>
        <p:spPr>
          <a:xfrm>
            <a:off x="3683000" y="4279900"/>
            <a:ext cx="76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F9C0FA5-DDA9-FE96-4EA1-0A5CF7A80C9B}"/>
              </a:ext>
            </a:extLst>
          </p:cNvPr>
          <p:cNvSpPr txBox="1"/>
          <p:nvPr/>
        </p:nvSpPr>
        <p:spPr>
          <a:xfrm>
            <a:off x="3733800" y="4406900"/>
            <a:ext cx="66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SVIP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A28625F8-A8FA-22E6-7DD8-ADC0D72AAC17}"/>
              </a:ext>
            </a:extLst>
          </p:cNvPr>
          <p:cNvSpPr/>
          <p:nvPr/>
        </p:nvSpPr>
        <p:spPr>
          <a:xfrm>
            <a:off x="4445000" y="4279900"/>
            <a:ext cx="1905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F596A16-7990-02EB-0165-D3FA8D978236}"/>
              </a:ext>
            </a:extLst>
          </p:cNvPr>
          <p:cNvSpPr txBox="1"/>
          <p:nvPr/>
        </p:nvSpPr>
        <p:spPr>
          <a:xfrm>
            <a:off x="4495800" y="4406900"/>
            <a:ext cx="1803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della@milvus.co.kr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7EAF4197-8309-6EA7-1963-31F0F03AC903}"/>
              </a:ext>
            </a:extLst>
          </p:cNvPr>
          <p:cNvSpPr/>
          <p:nvPr/>
        </p:nvSpPr>
        <p:spPr>
          <a:xfrm>
            <a:off x="6350000" y="4279900"/>
            <a:ext cx="76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52285AF-609D-0E90-11EA-7363BD8D1D8D}"/>
              </a:ext>
            </a:extLst>
          </p:cNvPr>
          <p:cNvSpPr txBox="1"/>
          <p:nvPr/>
        </p:nvSpPr>
        <p:spPr>
          <a:xfrm>
            <a:off x="6400800" y="4406900"/>
            <a:ext cx="660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10/2/1996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547BBA4B-2F0C-A144-D6F5-52486891AF44}"/>
              </a:ext>
            </a:extLst>
          </p:cNvPr>
          <p:cNvSpPr/>
          <p:nvPr/>
        </p:nvSpPr>
        <p:spPr>
          <a:xfrm>
            <a:off x="7112000" y="4279900"/>
            <a:ext cx="889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2F447E1-91A3-14E7-21FF-61C4AE1F5A5A}"/>
              </a:ext>
            </a:extLst>
          </p:cNvPr>
          <p:cNvSpPr txBox="1"/>
          <p:nvPr/>
        </p:nvSpPr>
        <p:spPr>
          <a:xfrm>
            <a:off x="7162800" y="4406900"/>
            <a:ext cx="787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여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F387C11D-70C0-121F-DDAC-B046756EB8A1}"/>
              </a:ext>
            </a:extLst>
          </p:cNvPr>
          <p:cNvSpPr/>
          <p:nvPr/>
        </p:nvSpPr>
        <p:spPr>
          <a:xfrm>
            <a:off x="444500" y="4737100"/>
            <a:ext cx="6985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720F912-DF25-F172-9C75-F2F05B25A3AA}"/>
              </a:ext>
            </a:extLst>
          </p:cNvPr>
          <p:cNvSpPr txBox="1"/>
          <p:nvPr/>
        </p:nvSpPr>
        <p:spPr>
          <a:xfrm>
            <a:off x="495300" y="4864100"/>
            <a:ext cx="5969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D722191-1F00-6C20-F114-5F7018D42842}"/>
              </a:ext>
            </a:extLst>
          </p:cNvPr>
          <p:cNvSpPr/>
          <p:nvPr/>
        </p:nvSpPr>
        <p:spPr>
          <a:xfrm>
            <a:off x="1143000" y="4737100"/>
            <a:ext cx="177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D0DCC30-EB8F-3460-BE93-49F0EC461322}"/>
              </a:ext>
            </a:extLst>
          </p:cNvPr>
          <p:cNvSpPr txBox="1"/>
          <p:nvPr/>
        </p:nvSpPr>
        <p:spPr>
          <a:xfrm>
            <a:off x="1193800" y="4864100"/>
            <a:ext cx="1676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262001100026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A768085-6DE1-4D2D-7C22-2009A65001F8}"/>
              </a:ext>
            </a:extLst>
          </p:cNvPr>
          <p:cNvSpPr/>
          <p:nvPr/>
        </p:nvSpPr>
        <p:spPr>
          <a:xfrm>
            <a:off x="2921000" y="4737100"/>
            <a:ext cx="76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B7E9BF7-F5F4-18AA-45E4-E9E22028E92C}"/>
              </a:ext>
            </a:extLst>
          </p:cNvPr>
          <p:cNvSpPr txBox="1"/>
          <p:nvPr/>
        </p:nvSpPr>
        <p:spPr>
          <a:xfrm>
            <a:off x="2971800" y="4864100"/>
            <a:ext cx="66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박예진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BA61DDAE-F9CF-2280-BB78-5D1220586EA9}"/>
              </a:ext>
            </a:extLst>
          </p:cNvPr>
          <p:cNvSpPr/>
          <p:nvPr/>
        </p:nvSpPr>
        <p:spPr>
          <a:xfrm>
            <a:off x="3683000" y="4737100"/>
            <a:ext cx="76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45D004B-BE09-BC5A-F570-B0E28EDFE05D}"/>
              </a:ext>
            </a:extLst>
          </p:cNvPr>
          <p:cNvSpPr txBox="1"/>
          <p:nvPr/>
        </p:nvSpPr>
        <p:spPr>
          <a:xfrm>
            <a:off x="3733800" y="4864100"/>
            <a:ext cx="66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GIP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B799F509-1AD4-EBE0-9E1D-6DB30FAC9F85}"/>
              </a:ext>
            </a:extLst>
          </p:cNvPr>
          <p:cNvSpPr/>
          <p:nvPr/>
        </p:nvSpPr>
        <p:spPr>
          <a:xfrm>
            <a:off x="4445000" y="4737100"/>
            <a:ext cx="1905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45F9D86-3D46-4C6F-974C-286F78A2AB55}"/>
              </a:ext>
            </a:extLst>
          </p:cNvPr>
          <p:cNvSpPr txBox="1"/>
          <p:nvPr/>
        </p:nvSpPr>
        <p:spPr>
          <a:xfrm>
            <a:off x="4495800" y="4864100"/>
            <a:ext cx="1803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-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E33ABBC0-137B-E95C-6EF3-4E8316B1F52A}"/>
              </a:ext>
            </a:extLst>
          </p:cNvPr>
          <p:cNvSpPr/>
          <p:nvPr/>
        </p:nvSpPr>
        <p:spPr>
          <a:xfrm>
            <a:off x="6350000" y="4737100"/>
            <a:ext cx="76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CA3988C-370B-591E-38B3-0310A5600451}"/>
              </a:ext>
            </a:extLst>
          </p:cNvPr>
          <p:cNvSpPr txBox="1"/>
          <p:nvPr/>
        </p:nvSpPr>
        <p:spPr>
          <a:xfrm>
            <a:off x="6400800" y="4864100"/>
            <a:ext cx="660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7/23/1996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63AA6E12-10F4-1620-1A9B-A81EDD8EFB73}"/>
              </a:ext>
            </a:extLst>
          </p:cNvPr>
          <p:cNvSpPr/>
          <p:nvPr/>
        </p:nvSpPr>
        <p:spPr>
          <a:xfrm>
            <a:off x="7112000" y="4737100"/>
            <a:ext cx="889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B78C720-CE06-2462-C263-7238C66C6B9A}"/>
              </a:ext>
            </a:extLst>
          </p:cNvPr>
          <p:cNvSpPr txBox="1"/>
          <p:nvPr/>
        </p:nvSpPr>
        <p:spPr>
          <a:xfrm>
            <a:off x="7162800" y="4864100"/>
            <a:ext cx="787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50505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여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9F5F8688-099D-F92C-F429-F3D821175505}"/>
              </a:ext>
            </a:extLst>
          </p:cNvPr>
          <p:cNvSpPr/>
          <p:nvPr/>
        </p:nvSpPr>
        <p:spPr>
          <a:xfrm>
            <a:off x="381000" y="1752600"/>
            <a:ext cx="1524000" cy="431800"/>
          </a:xfrm>
          <a:prstGeom prst="rect">
            <a:avLst/>
          </a:prstGeom>
          <a:solidFill>
            <a:schemeClr val="accent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DC323F9F-A33A-A623-1FBE-BAA8D515CFBA}"/>
              </a:ext>
            </a:extLst>
          </p:cNvPr>
          <p:cNvSpPr/>
          <p:nvPr/>
        </p:nvSpPr>
        <p:spPr>
          <a:xfrm>
            <a:off x="228600" y="1676400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3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C1FDF56A-388D-A982-524F-157602E6D553}"/>
              </a:ext>
            </a:extLst>
          </p:cNvPr>
          <p:cNvSpPr/>
          <p:nvPr/>
        </p:nvSpPr>
        <p:spPr>
          <a:xfrm>
            <a:off x="431800" y="2209800"/>
            <a:ext cx="4000500" cy="228600"/>
          </a:xfrm>
          <a:prstGeom prst="rect">
            <a:avLst/>
          </a:prstGeom>
          <a:solidFill>
            <a:schemeClr val="accent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A201BFB-CDAE-4B3F-CF3F-99AB0080D5C8}"/>
              </a:ext>
            </a:extLst>
          </p:cNvPr>
          <p:cNvSpPr/>
          <p:nvPr/>
        </p:nvSpPr>
        <p:spPr>
          <a:xfrm>
            <a:off x="5461000" y="2159000"/>
            <a:ext cx="2159000" cy="355600"/>
          </a:xfrm>
          <a:prstGeom prst="rect">
            <a:avLst/>
          </a:prstGeom>
          <a:solidFill>
            <a:schemeClr val="accent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AC390FBD-17FD-4925-4807-75EFD759B15C}"/>
              </a:ext>
            </a:extLst>
          </p:cNvPr>
          <p:cNvSpPr/>
          <p:nvPr/>
        </p:nvSpPr>
        <p:spPr>
          <a:xfrm>
            <a:off x="7747000" y="2095500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3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9DD78B7A-F815-0610-AC2B-C3735CD36761}"/>
              </a:ext>
            </a:extLst>
          </p:cNvPr>
          <p:cNvSpPr/>
          <p:nvPr/>
        </p:nvSpPr>
        <p:spPr>
          <a:xfrm>
            <a:off x="444500" y="2603500"/>
            <a:ext cx="7556500" cy="2603500"/>
          </a:xfrm>
          <a:prstGeom prst="rect">
            <a:avLst/>
          </a:prstGeom>
          <a:solidFill>
            <a:schemeClr val="accent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0DDE003E-B40E-76A6-933D-A959A5D0CFD9}"/>
              </a:ext>
            </a:extLst>
          </p:cNvPr>
          <p:cNvSpPr/>
          <p:nvPr/>
        </p:nvSpPr>
        <p:spPr>
          <a:xfrm>
            <a:off x="228600" y="2717800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3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26FFAFDF-428A-1A49-67B2-7AE72CC6AB15}"/>
              </a:ext>
            </a:extLst>
          </p:cNvPr>
          <p:cNvSpPr/>
          <p:nvPr/>
        </p:nvSpPr>
        <p:spPr>
          <a:xfrm>
            <a:off x="228600" y="5334000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3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0510D2F3-4263-A66B-1DD2-139F42E9738D}"/>
              </a:ext>
            </a:extLst>
          </p:cNvPr>
          <p:cNvSpPr/>
          <p:nvPr/>
        </p:nvSpPr>
        <p:spPr>
          <a:xfrm>
            <a:off x="8382000" y="889000"/>
            <a:ext cx="3492500" cy="5334000"/>
          </a:xfrm>
          <a:prstGeom prst="rect">
            <a:avLst/>
          </a:prstGeom>
          <a:solidFill>
            <a:srgbClr val="FDFBFC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3212EDA-0FB3-B02A-3657-7055796924AD}"/>
              </a:ext>
            </a:extLst>
          </p:cNvPr>
          <p:cNvSpPr txBox="1"/>
          <p:nvPr/>
        </p:nvSpPr>
        <p:spPr>
          <a:xfrm>
            <a:off x="8585200" y="1117600"/>
            <a:ext cx="3048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000" b="1">
                <a:solidFill>
                  <a:srgbClr val="FF000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화면 설명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7450896-E7AA-E03F-C2BB-160E73036259}"/>
              </a:ext>
            </a:extLst>
          </p:cNvPr>
          <p:cNvSpPr/>
          <p:nvPr/>
        </p:nvSpPr>
        <p:spPr>
          <a:xfrm>
            <a:off x="8572500" y="1600200"/>
            <a:ext cx="31115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altLang="ko-KR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회원 멤버십 목록을 볼 수 있습니다</a:t>
            </a:r>
            <a:r>
              <a:rPr lang="en-US" altLang="ko-KR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32323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644A5644-FF0D-0F0D-CE97-244425B6A713}"/>
              </a:ext>
            </a:extLst>
          </p:cNvPr>
          <p:cNvSpPr/>
          <p:nvPr/>
        </p:nvSpPr>
        <p:spPr>
          <a:xfrm>
            <a:off x="8572500" y="2641600"/>
            <a:ext cx="31115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altLang="ko-KR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회원 </a:t>
            </a:r>
            <a:r>
              <a:rPr lang="en-US" altLang="ko-KR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360 </a:t>
            </a:r>
            <a:r>
              <a:rPr lang="ko-KR" altLang="en-US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리스트 뷰에서만 필터 조건을 걸 수 있습니다</a:t>
            </a:r>
            <a:r>
              <a:rPr lang="en-US" altLang="ko-KR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빨간색으로 표시한 필터 영역에서 원하는 데이터를 필터링합니다</a:t>
            </a:r>
            <a:r>
              <a:rPr lang="en-US" altLang="ko-KR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32323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507E083C-A532-57B5-99BA-36E7F6117F2B}"/>
              </a:ext>
            </a:extLst>
          </p:cNvPr>
          <p:cNvSpPr/>
          <p:nvPr/>
        </p:nvSpPr>
        <p:spPr>
          <a:xfrm>
            <a:off x="8572500" y="3683000"/>
            <a:ext cx="31115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altLang="ko-KR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목록 검색은 회원 번호로 가능합니다</a:t>
            </a:r>
            <a:r>
              <a:rPr lang="en-US" altLang="ko-KR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32323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024C540D-8B57-3B96-A282-53E3597C78F7}"/>
              </a:ext>
            </a:extLst>
          </p:cNvPr>
          <p:cNvSpPr/>
          <p:nvPr/>
        </p:nvSpPr>
        <p:spPr>
          <a:xfrm>
            <a:off x="8572500" y="4724400"/>
            <a:ext cx="31115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altLang="ko-KR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회원 목록은 한 번에 최대 </a:t>
            </a:r>
            <a:r>
              <a:rPr lang="en-US" altLang="ko-KR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2,000</a:t>
            </a:r>
            <a:r>
              <a:rPr lang="ko-KR" altLang="en-US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개까지만 표시되는 점을 함께 안내합니다</a:t>
            </a:r>
            <a:r>
              <a:rPr lang="en-US" altLang="ko-KR" sz="1200">
                <a:solidFill>
                  <a:srgbClr val="32323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32323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4C34D527-55F2-529D-1EA2-8402FE766C9A}"/>
              </a:ext>
            </a:extLst>
          </p:cNvPr>
          <p:cNvSpPr/>
          <p:nvPr/>
        </p:nvSpPr>
        <p:spPr>
          <a:xfrm>
            <a:off x="8572500" y="5791200"/>
            <a:ext cx="3111500" cy="3048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샘플 </a:t>
            </a:r>
            <a:r>
              <a:rPr lang="en-US" altLang="ko-KR" sz="10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페이지 버전 </a:t>
            </a:r>
            <a:r>
              <a:rPr lang="en-US" altLang="ko-KR" sz="10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>
                <a:solidFill>
                  <a:srgbClr val="808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추후 실제 화면 캡처로 교체 가능</a:t>
            </a:r>
          </a:p>
        </p:txBody>
      </p:sp>
    </p:spTree>
    <p:extLst>
      <p:ext uri="{BB962C8B-B14F-4D97-AF65-F5344CB8AC3E}">
        <p14:creationId xmlns:p14="http://schemas.microsoft.com/office/powerpoint/2010/main" val="133617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화면 슬라이드 쇼(16:10)</PresentationFormat>
  <Paragraphs>61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crm7 crm7</dc:creator>
  <cp:lastModifiedBy>crm7 crm7</cp:lastModifiedBy>
  <cp:revision>1</cp:revision>
  <dcterms:created xsi:type="dcterms:W3CDTF">2026-03-31T07:56:55Z</dcterms:created>
  <dcterms:modified xsi:type="dcterms:W3CDTF">2026-03-31T07:56:55Z</dcterms:modified>
</cp:coreProperties>
</file>